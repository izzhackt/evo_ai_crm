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332d297eea4b55" /><Relationship Type="http://schemas.openxmlformats.org/officeDocument/2006/relationships/extended-properties" Target="/docProps/app.xml" Id="R5fef248f47d94ac4" /><Relationship Type="http://schemas.openxmlformats.org/officeDocument/2006/relationships/officeDocument" Target="/ppt/presentation.xml" Id="R6e04054bf4b248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3cc602574443a6"/>
  </p:sldMasterIdLst>
  <p:notesMasterIdLst>
    <p:notesMasterId xmlns:r="http://schemas.openxmlformats.org/officeDocument/2006/relationships" r:id="R0a571948db50459c"/>
  </p:notesMasterIdLst>
  <p:sldIdLst>
    <p:sldId xmlns:r="http://schemas.openxmlformats.org/officeDocument/2006/relationships" id="256" r:id="R0ba249e50dec4681"/>
    <p:sldId xmlns:r="http://schemas.openxmlformats.org/officeDocument/2006/relationships" id="257" r:id="R08ad761b1db74b37"/>
    <p:sldId xmlns:r="http://schemas.openxmlformats.org/officeDocument/2006/relationships" id="258" r:id="Rbe3605926e8e465a"/>
    <p:sldId xmlns:r="http://schemas.openxmlformats.org/officeDocument/2006/relationships" id="259" r:id="R8ba39abdf2804682"/>
    <p:sldId xmlns:r="http://schemas.openxmlformats.org/officeDocument/2006/relationships" id="260" r:id="R3b7ee946d2f74858"/>
    <p:sldId xmlns:r="http://schemas.openxmlformats.org/officeDocument/2006/relationships" id="261" r:id="Rf5791b854fae49b0"/>
    <p:sldId xmlns:r="http://schemas.openxmlformats.org/officeDocument/2006/relationships" id="262" r:id="R11c15ef1fbed49e2"/>
    <p:sldId xmlns:r="http://schemas.openxmlformats.org/officeDocument/2006/relationships" id="263" r:id="R709db70c87c24bd8"/>
    <p:sldId xmlns:r="http://schemas.openxmlformats.org/officeDocument/2006/relationships" id="264" r:id="R565cf6778fec4f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060a9b90054f3f" /><Relationship Type="http://schemas.openxmlformats.org/officeDocument/2006/relationships/slideMaster" Target="/ppt/slideMasters/slideMaster1.xml" Id="R003cc602574443a6" /><Relationship Type="http://schemas.openxmlformats.org/officeDocument/2006/relationships/notesMaster" Target="/ppt/notesMasters/notesMaster1.xml" Id="R0a571948db50459c" /><Relationship Type="http://schemas.openxmlformats.org/officeDocument/2006/relationships/presProps" Target="/ppt/presProps.xml" Id="R862766fc4e18418b" /><Relationship Type="http://schemas.openxmlformats.org/officeDocument/2006/relationships/tableStyles" Target="/ppt/tableStyles.xml" Id="R00598a9a84fa4121" /><Relationship Type="http://schemas.openxmlformats.org/officeDocument/2006/relationships/slide" Target="/ppt/slides/slide1.xml" Id="R0ba249e50dec4681" /><Relationship Type="http://schemas.openxmlformats.org/officeDocument/2006/relationships/slide" Target="/ppt/slides/slide2.xml" Id="R08ad761b1db74b37" /><Relationship Type="http://schemas.openxmlformats.org/officeDocument/2006/relationships/slide" Target="/ppt/slides/slide3.xml" Id="Rbe3605926e8e465a" /><Relationship Type="http://schemas.openxmlformats.org/officeDocument/2006/relationships/slide" Target="/ppt/slides/slide4.xml" Id="R8ba39abdf2804682" /><Relationship Type="http://schemas.openxmlformats.org/officeDocument/2006/relationships/slide" Target="/ppt/slides/slide5.xml" Id="R3b7ee946d2f74858" /><Relationship Type="http://schemas.openxmlformats.org/officeDocument/2006/relationships/slide" Target="/ppt/slides/slide6.xml" Id="Rf5791b854fae49b0" /><Relationship Type="http://schemas.openxmlformats.org/officeDocument/2006/relationships/slide" Target="/ppt/slides/slide7.xml" Id="R11c15ef1fbed49e2" /><Relationship Type="http://schemas.openxmlformats.org/officeDocument/2006/relationships/slide" Target="/ppt/slides/slide8.xml" Id="R709db70c87c24bd8" /><Relationship Type="http://schemas.openxmlformats.org/officeDocument/2006/relationships/slide" Target="/ppt/slides/slide9.xml" Id="R565cf6778fec4f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86014e2c440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8454af39249d9" /><Relationship Type="http://schemas.openxmlformats.org/officeDocument/2006/relationships/notesMaster" Target="/ppt/notesMasters/notesMaster1.xml" Id="R35994717153b4c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74763f9c849cd" /><Relationship Type="http://schemas.openxmlformats.org/officeDocument/2006/relationships/notesMaster" Target="/ppt/notesMasters/notesMaster1.xml" Id="R4c79e16f51a142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5c8919ceec4812" /><Relationship Type="http://schemas.openxmlformats.org/officeDocument/2006/relationships/notesMaster" Target="/ppt/notesMasters/notesMaster1.xml" Id="R99bbef9326cc40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577171bd84a8b" /><Relationship Type="http://schemas.openxmlformats.org/officeDocument/2006/relationships/notesMaster" Target="/ppt/notesMasters/notesMaster1.xml" Id="R8fd64f36768f46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2d1563e6d4420c" /><Relationship Type="http://schemas.openxmlformats.org/officeDocument/2006/relationships/notesMaster" Target="/ppt/notesMasters/notesMaster1.xml" Id="R31b1b06662f64d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56ec23482e4980" /><Relationship Type="http://schemas.openxmlformats.org/officeDocument/2006/relationships/notesMaster" Target="/ppt/notesMasters/notesMaster1.xml" Id="Rcb8df74fff8a4e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869f24c30d4202" /><Relationship Type="http://schemas.openxmlformats.org/officeDocument/2006/relationships/notesMaster" Target="/ppt/notesMasters/notesMaster1.xml" Id="R19dbae570a1b4e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b2b14769774515" /><Relationship Type="http://schemas.openxmlformats.org/officeDocument/2006/relationships/notesMaster" Target="/ppt/notesMasters/notesMaster1.xml" Id="R7e6367280e1d44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e218855dd84648" /><Relationship Type="http://schemas.openxmlformats.org/officeDocument/2006/relationships/notesMaster" Target="/ppt/notesMasters/notesMaster1.xml" Id="R934ec3a8329746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f107d38c74d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90b684956645b5" /><Relationship Type="http://schemas.openxmlformats.org/officeDocument/2006/relationships/slideLayout" Target="/ppt/slideLayouts/slideLayout1.xml" Id="Reb6e6afcd72740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6e6afcd72740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595be5a87421e" /><Relationship Type="http://schemas.openxmlformats.org/officeDocument/2006/relationships/image" Target="/ppt/media/image.png" Id="R44374ca0286a41b3" /><Relationship Type="http://schemas.openxmlformats.org/officeDocument/2006/relationships/notesSlide" Target="/ppt/notesSlides/notesSlide1.xml" Id="R9bf0422c80374f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a12777396402f" /><Relationship Type="http://schemas.openxmlformats.org/officeDocument/2006/relationships/notesSlide" Target="/ppt/notesSlides/notesSlide2.xml" Id="R0535cfde76c940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cab9d4afd4dc5" /><Relationship Type="http://schemas.openxmlformats.org/officeDocument/2006/relationships/notesSlide" Target="/ppt/notesSlides/notesSlide3.xml" Id="R9b6b0c37771340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8352f83ba4372" /><Relationship Type="http://schemas.openxmlformats.org/officeDocument/2006/relationships/notesSlide" Target="/ppt/notesSlides/notesSlide4.xml" Id="R5cd71d404a3c49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9abab0c1844b6" /><Relationship Type="http://schemas.openxmlformats.org/officeDocument/2006/relationships/notesSlide" Target="/ppt/notesSlides/notesSlide5.xml" Id="Rbedc3634ebf14c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a0388bfbd45a1" /><Relationship Type="http://schemas.openxmlformats.org/officeDocument/2006/relationships/notesSlide" Target="/ppt/notesSlides/notesSlide6.xml" Id="R44c66502e3864f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9b7e868fe4fac" /><Relationship Type="http://schemas.openxmlformats.org/officeDocument/2006/relationships/notesSlide" Target="/ppt/notesSlides/notesSlide7.xml" Id="R970b009e612f4a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5a6b3d50648d2" /><Relationship Type="http://schemas.openxmlformats.org/officeDocument/2006/relationships/notesSlide" Target="/ppt/notesSlides/notesSlide8.xml" Id="R101f7be1a7f54e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d68fc158248a7" /><Relationship Type="http://schemas.openxmlformats.org/officeDocument/2006/relationships/image" Target="/ppt/media/image2.png" Id="Rc300151b04774833" /><Relationship Type="http://schemas.openxmlformats.org/officeDocument/2006/relationships/notesSlide" Target="/ppt/notesSlides/notesSlide9.xml" Id="Rf984d3cf88c2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702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74ca0286a41b3"/>
          <a:stretch xmlns:a="http://schemas.openxmlformats.org/drawingml/2006/main"/>
        </p:blipFill>
        <p:spPr>
          <a:xfrm xmlns:a="http://schemas.openxmlformats.org/drawingml/2006/main">
            <a:off x="685800" y="438150"/>
            <a:ext cx="4572000" cy="2286000"/>
          </a:xfrm>
          <a:prstGeom xmlns:a="http://schemas.openxmlformats.org/drawingml/2006/main" prst="rect">
            <a:avLst/>
          </a:prstGeom>
        </p:spPr>
      </p:pic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456DA281-F0B6-41DF-88ED-4746076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EVO Admissions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E99B1C4-4EFF-404E-A0E0-2DB8BEB7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Одна команда • три продукта • одна проверяемая точка правды</a:t>
            </a:r>
          </a:p>
        </p:txBody>
      </p:sp>
      <p:sp>
        <p:nvSpPr>
          <p:cNvPr id="4" name="deck-date">
            <a:extLst xmlns:a="http://schemas.openxmlformats.org/drawingml/2006/main">
              <a:ext uri="{FF2B5EF4-FFF2-40B4-BE49-F238E27FC236}">
                <a16:creationId xmlns:a16="http://schemas.microsoft.com/office/drawing/2014/main" id="{3917FAB2-673A-4503-BBB2-F44A427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DE8EC"/>
                </a:solidFill>
              </a:defRPr>
            </a:pPr>
            <a:r>
              <a:rPr sz="1200" b="0">
                <a:solidFill>
                  <a:srgbClr val="FDE8EC"/>
                </a:solidFill>
              </a:rPr>
              <a:t>Внутренний обзор • 12 июля 2026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BE2A16A-8DEE-435F-920B-5AC4DB53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9F6010D6-736D-4C52-9FC7-A7E36C1E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6197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8072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4C132C2-2580-4B5C-9439-60E3815F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0217"/>
                </a:solidFill>
              </a:defRPr>
            </a:pPr>
            <a:r>
              <a:rPr sz="1050" b="1">
                <a:solidFill>
                  <a:srgbClr val="D70217"/>
                </a:solidFill>
              </a:rPr>
              <a:t>EVO ADMISSIONS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CBEA76-23F3-4957-AA19-E10608A0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EVO — это одна операция, а не один экран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97D0F7-6C25-4853-98F7-24AAE298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Три самостоятельных runtime работают вокруг одного admissions-процесса.</a:t>
            </a:r>
          </a:p>
        </p:txBody>
      </p:sp>
      <p:sp>
        <p:nvSpPr>
          <p:cNvPr id="4" name="card-01">
            <a:extLst xmlns:a="http://schemas.openxmlformats.org/drawingml/2006/main">
              <a:ext uri="{FF2B5EF4-FFF2-40B4-BE49-F238E27FC236}">
                <a16:creationId xmlns:a16="http://schemas.microsoft.com/office/drawing/2014/main" id="{6F6E259F-2F30-43D6-8712-E83A2C8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194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d-band-01">
            <a:extLst xmlns:a="http://schemas.openxmlformats.org/drawingml/2006/main">
              <a:ext uri="{FF2B5EF4-FFF2-40B4-BE49-F238E27FC236}">
                <a16:creationId xmlns:a16="http://schemas.microsoft.com/office/drawing/2014/main" id="{DA2635AA-DD8F-4177-83D8-0ED2B166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19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rd-num-01">
            <a:extLst xmlns:a="http://schemas.openxmlformats.org/drawingml/2006/main">
              <a:ext uri="{FF2B5EF4-FFF2-40B4-BE49-F238E27FC236}">
                <a16:creationId xmlns:a16="http://schemas.microsoft.com/office/drawing/2014/main" id="{2572DFD9-714B-4193-87E6-D34AF18E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0217"/>
                </a:solidFill>
              </a:defRPr>
            </a:pPr>
            <a:r>
              <a:rPr sz="2850" b="1">
                <a:solidFill>
                  <a:srgbClr val="D70217"/>
                </a:solidFill>
              </a:rPr>
              <a:t>01</a:t>
            </a:r>
          </a:p>
        </p:txBody>
      </p:sp>
      <p:sp>
        <p:nvSpPr>
          <p:cNvPr id="7" name="card-title-01">
            <a:extLst xmlns:a="http://schemas.openxmlformats.org/drawingml/2006/main">
              <a:ext uri="{FF2B5EF4-FFF2-40B4-BE49-F238E27FC236}">
                <a16:creationId xmlns:a16="http://schemas.microsoft.com/office/drawing/2014/main" id="{F8E29D44-B8D7-4837-8EF6-84102A65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EVO CRM</a:t>
            </a:r>
          </a:p>
        </p:txBody>
      </p:sp>
      <p:sp>
        <p:nvSpPr>
          <p:cNvPr id="8" name="card-sub-01">
            <a:extLst xmlns:a="http://schemas.openxmlformats.org/drawingml/2006/main">
              <a:ext uri="{FF2B5EF4-FFF2-40B4-BE49-F238E27FC236}">
                <a16:creationId xmlns:a16="http://schemas.microsoft.com/office/drawing/2014/main" id="{9F56631B-B62A-4956-ADA8-CE1F6DA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0217"/>
                </a:solidFill>
              </a:defRPr>
            </a:pPr>
            <a:r>
              <a:rPr sz="1350" b="1">
                <a:solidFill>
                  <a:srgbClr val="D70217"/>
                </a:solidFill>
              </a:rPr>
              <a:t>Операционная работа</a:t>
            </a:r>
          </a:p>
        </p:txBody>
      </p:sp>
      <p:sp>
        <p:nvSpPr>
          <p:cNvPr id="9" name="card-body-01">
            <a:extLst xmlns:a="http://schemas.openxmlformats.org/drawingml/2006/main">
              <a:ext uri="{FF2B5EF4-FFF2-40B4-BE49-F238E27FC236}">
                <a16:creationId xmlns:a16="http://schemas.microsoft.com/office/drawing/2014/main" id="{34CBF3C1-5A07-4713-A9C8-48942394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Лиды • студенты • заявки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документы • визы • платежи</a:t>
            </a:r>
          </a:p>
        </p:txBody>
      </p:sp>
      <p:sp>
        <p:nvSpPr>
          <p:cNvPr id="10" name="card-02">
            <a:extLst xmlns:a="http://schemas.openxmlformats.org/drawingml/2006/main">
              <a:ext uri="{FF2B5EF4-FFF2-40B4-BE49-F238E27FC236}">
                <a16:creationId xmlns:a16="http://schemas.microsoft.com/office/drawing/2014/main" id="{25188D78-75BF-4DE3-8642-4D627B89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2194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band-02">
            <a:extLst xmlns:a="http://schemas.openxmlformats.org/drawingml/2006/main">
              <a:ext uri="{FF2B5EF4-FFF2-40B4-BE49-F238E27FC236}">
                <a16:creationId xmlns:a16="http://schemas.microsoft.com/office/drawing/2014/main" id="{DE3E2274-FF0C-452E-BDF8-DD04016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219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rd-num-02">
            <a:extLst xmlns:a="http://schemas.openxmlformats.org/drawingml/2006/main">
              <a:ext uri="{FF2B5EF4-FFF2-40B4-BE49-F238E27FC236}">
                <a16:creationId xmlns:a16="http://schemas.microsoft.com/office/drawing/2014/main" id="{4DD07BA8-C426-46E3-8969-BA1BAB1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5002C"/>
                </a:solidFill>
              </a:defRPr>
            </a:pPr>
            <a:r>
              <a:rPr sz="2850" b="1">
                <a:solidFill>
                  <a:srgbClr val="A5002C"/>
                </a:solidFill>
              </a:rPr>
              <a:t>02</a:t>
            </a:r>
          </a:p>
        </p:txBody>
      </p:sp>
      <p:sp>
        <p:nvSpPr>
          <p:cNvPr id="13" name="card-title-02">
            <a:extLst xmlns:a="http://schemas.openxmlformats.org/drawingml/2006/main">
              <a:ext uri="{FF2B5EF4-FFF2-40B4-BE49-F238E27FC236}">
                <a16:creationId xmlns:a16="http://schemas.microsoft.com/office/drawing/2014/main" id="{A630C6C3-522A-4EB6-807E-E7F4BB03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EVO Inbox</a:t>
            </a:r>
          </a:p>
        </p:txBody>
      </p:sp>
      <p:sp>
        <p:nvSpPr>
          <p:cNvPr id="14" name="card-sub-02">
            <a:extLst xmlns:a="http://schemas.openxmlformats.org/drawingml/2006/main">
              <a:ext uri="{FF2B5EF4-FFF2-40B4-BE49-F238E27FC236}">
                <a16:creationId xmlns:a16="http://schemas.microsoft.com/office/drawing/2014/main" id="{F5049038-CA1F-4789-9DF6-6241DDD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002C"/>
                </a:solidFill>
              </a:defRPr>
            </a:pPr>
            <a:r>
              <a:rPr sz="1350" b="1">
                <a:solidFill>
                  <a:srgbClr val="A5002C"/>
                </a:solidFill>
              </a:rPr>
              <a:t>WhatsApp для команды</a:t>
            </a:r>
          </a:p>
        </p:txBody>
      </p:sp>
      <p:sp>
        <p:nvSpPr>
          <p:cNvPr id="15" name="card-body-02">
            <a:extLst xmlns:a="http://schemas.openxmlformats.org/drawingml/2006/main">
              <a:ext uri="{FF2B5EF4-FFF2-40B4-BE49-F238E27FC236}">
                <a16:creationId xmlns:a16="http://schemas.microsoft.com/office/drawing/2014/main" id="{47B0BA92-1971-4050-AD82-0A6DE697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Диалоги • контакты • AI-черновики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ручные ответы • статусы синхронизации</a:t>
            </a:r>
          </a:p>
        </p:txBody>
      </p:sp>
      <p:sp>
        <p:nvSpPr>
          <p:cNvPr id="16" name="card-03">
            <a:extLst xmlns:a="http://schemas.openxmlformats.org/drawingml/2006/main">
              <a:ext uri="{FF2B5EF4-FFF2-40B4-BE49-F238E27FC236}">
                <a16:creationId xmlns:a16="http://schemas.microsoft.com/office/drawing/2014/main" id="{5B7B98D5-C8E2-40AF-AEC6-0E8BB16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2194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band-03">
            <a:extLst xmlns:a="http://schemas.openxmlformats.org/drawingml/2006/main">
              <a:ext uri="{FF2B5EF4-FFF2-40B4-BE49-F238E27FC236}">
                <a16:creationId xmlns:a16="http://schemas.microsoft.com/office/drawing/2014/main" id="{2D324281-DFCC-4483-85E4-1D18FF33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219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-03">
            <a:extLst xmlns:a="http://schemas.openxmlformats.org/drawingml/2006/main">
              <a:ext uri="{FF2B5EF4-FFF2-40B4-BE49-F238E27FC236}">
                <a16:creationId xmlns:a16="http://schemas.microsoft.com/office/drawing/2014/main" id="{9FA2F14A-B528-4A52-A810-412E2296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9" name="card-title-03">
            <a:extLst xmlns:a="http://schemas.openxmlformats.org/drawingml/2006/main">
              <a:ext uri="{FF2B5EF4-FFF2-40B4-BE49-F238E27FC236}">
                <a16:creationId xmlns:a16="http://schemas.microsoft.com/office/drawing/2014/main" id="{5E407193-0796-41C1-9FCE-21CD4A90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Lead Agent</a:t>
            </a:r>
          </a:p>
        </p:txBody>
      </p:sp>
      <p:sp>
        <p:nvSpPr>
          <p:cNvPr id="20" name="card-sub-03">
            <a:extLst xmlns:a="http://schemas.openxmlformats.org/drawingml/2006/main">
              <a:ext uri="{FF2B5EF4-FFF2-40B4-BE49-F238E27FC236}">
                <a16:creationId xmlns:a16="http://schemas.microsoft.com/office/drawing/2014/main" id="{85415204-0C63-42E8-919C-00EF98C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Приватная автоматизация</a:t>
            </a:r>
          </a:p>
        </p:txBody>
      </p:sp>
      <p:sp>
        <p:nvSpPr>
          <p:cNvPr id="21" name="card-body-03">
            <a:extLst xmlns:a="http://schemas.openxmlformats.org/drawingml/2006/main">
              <a:ext uri="{FF2B5EF4-FFF2-40B4-BE49-F238E27FC236}">
                <a16:creationId xmlns:a16="http://schemas.microsoft.com/office/drawing/2014/main" id="{8C69EC34-B2E1-4D98-92F5-7F2FDD33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WAHA webhook • amoCRM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Gemini • безопасный handoff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6E603E-C979-4BE7-B73A-2D60E7D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D2DEA14-2993-4447-AB77-25953B39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Внутренний обзор команды • 12.07.2026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CD3F9A9-4C93-469E-B890-81AD0B67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0217"/>
                </a:solidFill>
              </a:defRPr>
            </a:pPr>
            <a:r>
              <a:rPr sz="825" b="1">
                <a:solidFill>
                  <a:srgbClr val="D7021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0506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5F547EDF-E16A-4B62-9614-5E67B48B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0217"/>
                </a:solidFill>
              </a:defRPr>
            </a:pPr>
            <a:r>
              <a:rPr sz="1050" b="1">
                <a:solidFill>
                  <a:srgbClr val="D70217"/>
                </a:solidFill>
              </a:rPr>
              <a:t>EVO ADMISSIONS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1674D3-E936-4486-B835-1104DA8C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У каждого факта должен быть один хозяин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57092A-6D45-4E65-9AF6-84C33B21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Копии ускоряют работу только тогда, когда не конкурируют с главным источником.</a:t>
            </a:r>
          </a:p>
        </p:txBody>
      </p:sp>
      <p:sp>
        <p:nvSpPr>
          <p:cNvPr id="4" name="owner-row-0">
            <a:extLst xmlns:a="http://schemas.openxmlformats.org/drawingml/2006/main">
              <a:ext uri="{FF2B5EF4-FFF2-40B4-BE49-F238E27FC236}">
                <a16:creationId xmlns:a16="http://schemas.microsoft.com/office/drawing/2014/main" id="{7E2D65A5-1DAE-446B-AC19-65F18908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wner-fact-0">
            <a:extLst xmlns:a="http://schemas.openxmlformats.org/drawingml/2006/main">
              <a:ext uri="{FF2B5EF4-FFF2-40B4-BE49-F238E27FC236}">
                <a16:creationId xmlns:a16="http://schemas.microsoft.com/office/drawing/2014/main" id="{81CC1B10-F343-4426-8EC7-CD9541BD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Код, документы, решения</a:t>
            </a:r>
          </a:p>
        </p:txBody>
      </p:sp>
      <p:sp>
        <p:nvSpPr>
          <p:cNvPr id="6" name="owner-system-0">
            <a:extLst xmlns:a="http://schemas.openxmlformats.org/drawingml/2006/main">
              <a:ext uri="{FF2B5EF4-FFF2-40B4-BE49-F238E27FC236}">
                <a16:creationId xmlns:a16="http://schemas.microsoft.com/office/drawing/2014/main" id="{B5712F3C-6A5E-4BB8-A579-19F2B961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0217"/>
                </a:solidFill>
              </a:defRPr>
            </a:pPr>
            <a:r>
              <a:rPr sz="1425" b="1">
                <a:solidFill>
                  <a:srgbClr val="D70217"/>
                </a:solidFill>
              </a:rPr>
              <a:t>GitHub main</a:t>
            </a:r>
          </a:p>
        </p:txBody>
      </p:sp>
      <p:sp>
        <p:nvSpPr>
          <p:cNvPr id="7" name="owner-row-1">
            <a:extLst xmlns:a="http://schemas.openxmlformats.org/drawingml/2006/main">
              <a:ext uri="{FF2B5EF4-FFF2-40B4-BE49-F238E27FC236}">
                <a16:creationId xmlns:a16="http://schemas.microsoft.com/office/drawing/2014/main" id="{3F938907-BC97-482C-B627-275CD8AE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wner-fact-1">
            <a:extLst xmlns:a="http://schemas.openxmlformats.org/drawingml/2006/main">
              <a:ext uri="{FF2B5EF4-FFF2-40B4-BE49-F238E27FC236}">
                <a16:creationId xmlns:a16="http://schemas.microsoft.com/office/drawing/2014/main" id="{0AD55B4B-707E-4BCE-8EA1-0B45C9E8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Контакт, лид, этап продаж</a:t>
            </a:r>
          </a:p>
        </p:txBody>
      </p:sp>
      <p:sp>
        <p:nvSpPr>
          <p:cNvPr id="9" name="owner-system-1">
            <a:extLst xmlns:a="http://schemas.openxmlformats.org/drawingml/2006/main">
              <a:ext uri="{FF2B5EF4-FFF2-40B4-BE49-F238E27FC236}">
                <a16:creationId xmlns:a16="http://schemas.microsoft.com/office/drawing/2014/main" id="{4860B820-0CFE-4D0E-91B2-78C72B2B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0217"/>
                </a:solidFill>
              </a:defRPr>
            </a:pPr>
            <a:r>
              <a:rPr sz="1425" b="1">
                <a:solidFill>
                  <a:srgbClr val="D70217"/>
                </a:solidFill>
              </a:rPr>
              <a:t>amoCRM</a:t>
            </a:r>
          </a:p>
        </p:txBody>
      </p:sp>
      <p:sp>
        <p:nvSpPr>
          <p:cNvPr id="10" name="owner-row-2">
            <a:extLst xmlns:a="http://schemas.openxmlformats.org/drawingml/2006/main">
              <a:ext uri="{FF2B5EF4-FFF2-40B4-BE49-F238E27FC236}">
                <a16:creationId xmlns:a16="http://schemas.microsoft.com/office/drawing/2014/main" id="{7CC2FBEB-FAA0-4E9F-91FE-0B4FFA38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wner-fact-2">
            <a:extLst xmlns:a="http://schemas.openxmlformats.org/drawingml/2006/main">
              <a:ext uri="{FF2B5EF4-FFF2-40B4-BE49-F238E27FC236}">
                <a16:creationId xmlns:a16="http://schemas.microsoft.com/office/drawing/2014/main" id="{7B9E30AB-1B8C-4587-A7E8-4E9C3CA7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Inbox: сообщения, настройки, знания</a:t>
            </a:r>
          </a:p>
        </p:txBody>
      </p:sp>
      <p:sp>
        <p:nvSpPr>
          <p:cNvPr id="12" name="owner-system-2">
            <a:extLst xmlns:a="http://schemas.openxmlformats.org/drawingml/2006/main">
              <a:ext uri="{FF2B5EF4-FFF2-40B4-BE49-F238E27FC236}">
                <a16:creationId xmlns:a16="http://schemas.microsoft.com/office/drawing/2014/main" id="{E6DDFA68-6362-4B59-8D7F-312704DD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0217"/>
                </a:solidFill>
              </a:defRPr>
            </a:pPr>
            <a:r>
              <a:rPr sz="1425" b="1">
                <a:solidFill>
                  <a:srgbClr val="D70217"/>
                </a:solidFill>
              </a:rPr>
              <a:t>Supabase</a:t>
            </a:r>
          </a:p>
        </p:txBody>
      </p:sp>
      <p:sp>
        <p:nvSpPr>
          <p:cNvPr id="13" name="owner-row-3">
            <a:extLst xmlns:a="http://schemas.openxmlformats.org/drawingml/2006/main">
              <a:ext uri="{FF2B5EF4-FFF2-40B4-BE49-F238E27FC236}">
                <a16:creationId xmlns:a16="http://schemas.microsoft.com/office/drawing/2014/main" id="{4C93DF48-19E2-41FF-9A36-83BA205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wner-fact-3">
            <a:extLst xmlns:a="http://schemas.openxmlformats.org/drawingml/2006/main">
              <a:ext uri="{FF2B5EF4-FFF2-40B4-BE49-F238E27FC236}">
                <a16:creationId xmlns:a16="http://schemas.microsoft.com/office/drawing/2014/main" id="{7E4B1430-CD57-495B-8CB7-4AFA4EE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WhatsApp-сессия и транспорт</a:t>
            </a:r>
          </a:p>
        </p:txBody>
      </p:sp>
      <p:sp>
        <p:nvSpPr>
          <p:cNvPr id="15" name="owner-system-3">
            <a:extLst xmlns:a="http://schemas.openxmlformats.org/drawingml/2006/main">
              <a:ext uri="{FF2B5EF4-FFF2-40B4-BE49-F238E27FC236}">
                <a16:creationId xmlns:a16="http://schemas.microsoft.com/office/drawing/2014/main" id="{BD5BBF2F-EBE7-447B-96EB-5DF7307A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0217"/>
                </a:solidFill>
              </a:defRPr>
            </a:pPr>
            <a:r>
              <a:rPr sz="1425" b="1">
                <a:solidFill>
                  <a:srgbClr val="D70217"/>
                </a:solidFill>
              </a:rPr>
              <a:t>WAHA</a:t>
            </a:r>
          </a:p>
        </p:txBody>
      </p:sp>
      <p:sp>
        <p:nvSpPr>
          <p:cNvPr id="16" name="owner-row-4">
            <a:extLst xmlns:a="http://schemas.openxmlformats.org/drawingml/2006/main">
              <a:ext uri="{FF2B5EF4-FFF2-40B4-BE49-F238E27FC236}">
                <a16:creationId xmlns:a16="http://schemas.microsoft.com/office/drawing/2014/main" id="{F188255B-42F4-458F-8A7A-EDBEC8DF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wner-fact-4">
            <a:extLst xmlns:a="http://schemas.openxmlformats.org/drawingml/2006/main">
              <a:ext uri="{FF2B5EF4-FFF2-40B4-BE49-F238E27FC236}">
                <a16:creationId xmlns:a16="http://schemas.microsoft.com/office/drawing/2014/main" id="{3B1E217A-3092-47A1-B21F-656527DE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Студенческая операционная работа</a:t>
            </a:r>
          </a:p>
        </p:txBody>
      </p:sp>
      <p:sp>
        <p:nvSpPr>
          <p:cNvPr id="18" name="owner-system-4">
            <a:extLst xmlns:a="http://schemas.openxmlformats.org/drawingml/2006/main">
              <a:ext uri="{FF2B5EF4-FFF2-40B4-BE49-F238E27FC236}">
                <a16:creationId xmlns:a16="http://schemas.microsoft.com/office/drawing/2014/main" id="{905BA670-54C7-4607-9BBA-27B37CBD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010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0217"/>
                </a:solidFill>
              </a:defRPr>
            </a:pPr>
            <a:r>
              <a:rPr sz="1425" b="1">
                <a:solidFill>
                  <a:srgbClr val="D70217"/>
                </a:solidFill>
              </a:rPr>
              <a:t>EVO CRM SQLite</a:t>
            </a:r>
          </a:p>
        </p:txBody>
      </p:sp>
      <p:sp>
        <p:nvSpPr>
          <p:cNvPr id="19" name="owner-row-5">
            <a:extLst xmlns:a="http://schemas.openxmlformats.org/drawingml/2006/main">
              <a:ext uri="{FF2B5EF4-FFF2-40B4-BE49-F238E27FC236}">
                <a16:creationId xmlns:a16="http://schemas.microsoft.com/office/drawing/2014/main" id="{0BE9C17C-4BC7-4D8A-85BC-C112479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wner-fact-5">
            <a:extLst xmlns:a="http://schemas.openxmlformats.org/drawingml/2006/main">
              <a:ext uri="{FF2B5EF4-FFF2-40B4-BE49-F238E27FC236}">
                <a16:creationId xmlns:a16="http://schemas.microsoft.com/office/drawing/2014/main" id="{AFE2213F-B9A0-43D0-95F4-BABFBB14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Запущенная версия</a:t>
            </a:r>
          </a:p>
        </p:txBody>
      </p:sp>
      <p:sp>
        <p:nvSpPr>
          <p:cNvPr id="21" name="owner-system-5">
            <a:extLst xmlns:a="http://schemas.openxmlformats.org/drawingml/2006/main">
              <a:ext uri="{FF2B5EF4-FFF2-40B4-BE49-F238E27FC236}">
                <a16:creationId xmlns:a16="http://schemas.microsoft.com/office/drawing/2014/main" id="{A55B52A5-2501-4EEC-B9DC-FAA924EB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006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0217"/>
                </a:solidFill>
              </a:defRPr>
            </a:pPr>
            <a:r>
              <a:rPr sz="1425" b="1">
                <a:solidFill>
                  <a:srgbClr val="D70217"/>
                </a:solidFill>
              </a:rPr>
              <a:t>VPS + commit/image record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41565E-DE16-4653-BF2E-45FF7329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ADE98AE-51FE-4DE3-955D-876597B1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Внутренний обзор команды • 12.07.2026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B1E99AA-3E5B-4A26-B30A-49BB0532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0217"/>
                </a:solidFill>
              </a:defRPr>
            </a:pPr>
            <a:r>
              <a:rPr sz="825" b="1">
                <a:solidFill>
                  <a:srgbClr val="D7021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4529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C65CB6A0-207D-475C-B5C0-C3D3CBF5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0217"/>
                </a:solidFill>
              </a:defRPr>
            </a:pPr>
            <a:r>
              <a:rPr sz="1050" b="1">
                <a:solidFill>
                  <a:srgbClr val="D70217"/>
                </a:solidFill>
              </a:rPr>
              <a:t>EVO ADMISSIONS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720EE1-7688-4B82-879F-BEA57877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Путь студента продолжается после продажи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5D5175-97B0-4C95-B5CB-605C3637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Sales pipeline и student file связаны, но решают разные задачи.</a:t>
            </a:r>
          </a:p>
        </p:txBody>
      </p:sp>
      <p:sp>
        <p:nvSpPr>
          <p:cNvPr id="4" name="journey-baseline">
            <a:extLst xmlns:a="http://schemas.openxmlformats.org/drawingml/2006/main">
              <a:ext uri="{FF2B5EF4-FFF2-40B4-BE49-F238E27FC236}">
                <a16:creationId xmlns:a16="http://schemas.microsoft.com/office/drawing/2014/main" id="{E31FC1E2-C3CA-4245-A8BA-4B61787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10058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12C8A5A6-A407-4024-948F-F8507B89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70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journey-index-0">
            <a:extLst xmlns:a="http://schemas.openxmlformats.org/drawingml/2006/main">
              <a:ext uri="{FF2B5EF4-FFF2-40B4-BE49-F238E27FC236}">
                <a16:creationId xmlns:a16="http://schemas.microsoft.com/office/drawing/2014/main" id="{E5AD55AF-3256-4466-946E-AE3CDAEC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B48FCB95-27B9-4599-9C7D-1498B038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Запрос</a:t>
            </a:r>
          </a:p>
        </p:txBody>
      </p:sp>
      <p:sp>
        <p:nvSpPr>
          <p:cNvPr id="8" name="journey-key-0">
            <a:extLst xmlns:a="http://schemas.openxmlformats.org/drawingml/2006/main">
              <a:ext uri="{FF2B5EF4-FFF2-40B4-BE49-F238E27FC236}">
                <a16:creationId xmlns:a16="http://schemas.microsoft.com/office/drawing/2014/main" id="{7D158071-2787-4291-8103-59714DE1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lead</a:t>
            </a:r>
          </a:p>
        </p:txBody>
      </p:sp>
      <p:sp>
        <p:nvSpPr>
          <p:cNvPr id="9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666EFE7C-8561-4476-8AEA-35E5AF5B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718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70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journey-index-1">
            <a:extLst xmlns:a="http://schemas.openxmlformats.org/drawingml/2006/main">
              <a:ext uri="{FF2B5EF4-FFF2-40B4-BE49-F238E27FC236}">
                <a16:creationId xmlns:a16="http://schemas.microsoft.com/office/drawing/2014/main" id="{3203105E-F887-47E3-9F77-6DEB794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718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4F015D4E-792F-4F47-9C73-68D8505B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71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Консультация</a:t>
            </a:r>
          </a:p>
        </p:txBody>
      </p:sp>
      <p:sp>
        <p:nvSpPr>
          <p:cNvPr id="12" name="journey-key-1">
            <a:extLst xmlns:a="http://schemas.openxmlformats.org/drawingml/2006/main">
              <a:ext uri="{FF2B5EF4-FFF2-40B4-BE49-F238E27FC236}">
                <a16:creationId xmlns:a16="http://schemas.microsoft.com/office/drawing/2014/main" id="{9B45C91D-C1F6-47B0-B421-CB620833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95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qualified</a:t>
            </a:r>
          </a:p>
        </p:txBody>
      </p:sp>
      <p:sp>
        <p:nvSpPr>
          <p:cNvPr id="13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8321E508-7A3B-491F-804B-B1C97C4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70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journey-index-2">
            <a:extLst xmlns:a="http://schemas.openxmlformats.org/drawingml/2006/main">
              <a:ext uri="{FF2B5EF4-FFF2-40B4-BE49-F238E27FC236}">
                <a16:creationId xmlns:a16="http://schemas.microsoft.com/office/drawing/2014/main" id="{D2CF3943-6042-4D4E-B432-9A104DE2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3378AF52-E22C-4E10-8F8A-16064753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Договор</a:t>
            </a:r>
          </a:p>
        </p:txBody>
      </p:sp>
      <p:sp>
        <p:nvSpPr>
          <p:cNvPr id="16" name="journey-key-2">
            <a:extLst xmlns:a="http://schemas.openxmlformats.org/drawingml/2006/main">
              <a:ext uri="{FF2B5EF4-FFF2-40B4-BE49-F238E27FC236}">
                <a16:creationId xmlns:a16="http://schemas.microsoft.com/office/drawing/2014/main" id="{C5EFB377-2E0B-40F0-968D-925F0B9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client</a:t>
            </a:r>
          </a:p>
        </p:txBody>
      </p:sp>
      <p:sp>
        <p:nvSpPr>
          <p:cNvPr id="17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13D8F0E0-8F08-4A3D-86EC-162EB717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50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journey-index-3">
            <a:extLst xmlns:a="http://schemas.openxmlformats.org/drawingml/2006/main">
              <a:ext uri="{FF2B5EF4-FFF2-40B4-BE49-F238E27FC236}">
                <a16:creationId xmlns:a16="http://schemas.microsoft.com/office/drawing/2014/main" id="{391DCD54-6732-4E3E-AE70-A6B9E2B1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C1AD16ED-E90E-4176-84B2-BB036315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Документы</a:t>
            </a:r>
          </a:p>
        </p:txBody>
      </p:sp>
      <p:sp>
        <p:nvSpPr>
          <p:cNvPr id="20" name="journey-key-3">
            <a:extLst xmlns:a="http://schemas.openxmlformats.org/drawingml/2006/main">
              <a:ext uri="{FF2B5EF4-FFF2-40B4-BE49-F238E27FC236}">
                <a16:creationId xmlns:a16="http://schemas.microsoft.com/office/drawing/2014/main" id="{D0748BCE-7220-43A2-9926-AFFDAB99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95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checklist</a:t>
            </a:r>
          </a:p>
        </p:txBody>
      </p:sp>
      <p:sp>
        <p:nvSpPr>
          <p:cNvPr id="21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0AB874BB-1542-4A14-A092-E276EB50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50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journey-index-4">
            <a:extLst xmlns:a="http://schemas.openxmlformats.org/drawingml/2006/main">
              <a:ext uri="{FF2B5EF4-FFF2-40B4-BE49-F238E27FC236}">
                <a16:creationId xmlns:a16="http://schemas.microsoft.com/office/drawing/2014/main" id="{B6588CC7-4EB4-49B2-9F0D-F8BC7AF8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1B7E82BC-2311-492B-9928-3B94DD8D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Заявки</a:t>
            </a:r>
          </a:p>
        </p:txBody>
      </p:sp>
      <p:sp>
        <p:nvSpPr>
          <p:cNvPr id="24" name="journey-key-4">
            <a:extLst xmlns:a="http://schemas.openxmlformats.org/drawingml/2006/main">
              <a:ext uri="{FF2B5EF4-FFF2-40B4-BE49-F238E27FC236}">
                <a16:creationId xmlns:a16="http://schemas.microsoft.com/office/drawing/2014/main" id="{F0520C22-4ED0-476F-9BFC-8B8C8008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95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applications</a:t>
            </a:r>
          </a:p>
        </p:txBody>
      </p:sp>
      <p:sp>
        <p:nvSpPr>
          <p:cNvPr id="25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FA54A30D-0EE8-48A1-8665-BDF9C430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718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50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journey-index-5">
            <a:extLst xmlns:a="http://schemas.openxmlformats.org/drawingml/2006/main">
              <a:ext uri="{FF2B5EF4-FFF2-40B4-BE49-F238E27FC236}">
                <a16:creationId xmlns:a16="http://schemas.microsoft.com/office/drawing/2014/main" id="{D49FA6EB-BC5C-46A2-81A1-0401C4D9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718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journey-label-5">
            <a:extLst xmlns:a="http://schemas.openxmlformats.org/drawingml/2006/main">
              <a:ext uri="{FF2B5EF4-FFF2-40B4-BE49-F238E27FC236}">
                <a16:creationId xmlns:a16="http://schemas.microsoft.com/office/drawing/2014/main" id="{33CF2B8F-2611-45CC-B0AC-DA39CFA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Офферы</a:t>
            </a:r>
          </a:p>
        </p:txBody>
      </p:sp>
      <p:sp>
        <p:nvSpPr>
          <p:cNvPr id="28" name="journey-key-5">
            <a:extLst xmlns:a="http://schemas.openxmlformats.org/drawingml/2006/main">
              <a:ext uri="{FF2B5EF4-FFF2-40B4-BE49-F238E27FC236}">
                <a16:creationId xmlns:a16="http://schemas.microsoft.com/office/drawing/2014/main" id="{39E8B7B8-B067-44C9-8443-3B983E4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95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decisions</a:t>
            </a:r>
          </a:p>
        </p:txBody>
      </p:sp>
      <p:sp>
        <p:nvSpPr>
          <p:cNvPr id="29" name="journey-node-6">
            <a:extLst xmlns:a="http://schemas.openxmlformats.org/drawingml/2006/main">
              <a:ext uri="{FF2B5EF4-FFF2-40B4-BE49-F238E27FC236}">
                <a16:creationId xmlns:a16="http://schemas.microsoft.com/office/drawing/2014/main" id="{6208CBBC-35FE-4DCF-812E-23F614B1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journey-index-6">
            <a:extLst xmlns:a="http://schemas.openxmlformats.org/drawingml/2006/main">
              <a:ext uri="{FF2B5EF4-FFF2-40B4-BE49-F238E27FC236}">
                <a16:creationId xmlns:a16="http://schemas.microsoft.com/office/drawing/2014/main" id="{6B424420-F7EA-4D49-BD10-FA456FEB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journey-label-6">
            <a:extLst xmlns:a="http://schemas.openxmlformats.org/drawingml/2006/main">
              <a:ext uri="{FF2B5EF4-FFF2-40B4-BE49-F238E27FC236}">
                <a16:creationId xmlns:a16="http://schemas.microsoft.com/office/drawing/2014/main" id="{CE8D1C17-5094-462D-9F9F-6DF51618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71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Виза</a:t>
            </a:r>
          </a:p>
        </p:txBody>
      </p:sp>
      <p:sp>
        <p:nvSpPr>
          <p:cNvPr id="32" name="journey-key-6">
            <a:extLst xmlns:a="http://schemas.openxmlformats.org/drawingml/2006/main">
              <a:ext uri="{FF2B5EF4-FFF2-40B4-BE49-F238E27FC236}">
                <a16:creationId xmlns:a16="http://schemas.microsoft.com/office/drawing/2014/main" id="{A2B80B59-559E-41DE-A446-1EF4A62E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95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visa</a:t>
            </a:r>
          </a:p>
        </p:txBody>
      </p:sp>
      <p:sp>
        <p:nvSpPr>
          <p:cNvPr id="33" name="journey-node-7">
            <a:extLst xmlns:a="http://schemas.openxmlformats.org/drawingml/2006/main">
              <a:ext uri="{FF2B5EF4-FFF2-40B4-BE49-F238E27FC236}">
                <a16:creationId xmlns:a16="http://schemas.microsoft.com/office/drawing/2014/main" id="{28E1436F-99D4-48D9-8102-32B8B2C0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718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journey-index-7">
            <a:extLst xmlns:a="http://schemas.openxmlformats.org/drawingml/2006/main">
              <a:ext uri="{FF2B5EF4-FFF2-40B4-BE49-F238E27FC236}">
                <a16:creationId xmlns:a16="http://schemas.microsoft.com/office/drawing/2014/main" id="{D499A411-73E0-4494-B711-8006413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718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journey-label-7">
            <a:extLst xmlns:a="http://schemas.openxmlformats.org/drawingml/2006/main">
              <a:ext uri="{FF2B5EF4-FFF2-40B4-BE49-F238E27FC236}">
                <a16:creationId xmlns:a16="http://schemas.microsoft.com/office/drawing/2014/main" id="{BA758910-DB19-4A5F-807E-39B6504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71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Зачисление</a:t>
            </a:r>
          </a:p>
        </p:txBody>
      </p:sp>
      <p:sp>
        <p:nvSpPr>
          <p:cNvPr id="36" name="journey-key-7">
            <a:extLst xmlns:a="http://schemas.openxmlformats.org/drawingml/2006/main">
              <a:ext uri="{FF2B5EF4-FFF2-40B4-BE49-F238E27FC236}">
                <a16:creationId xmlns:a16="http://schemas.microsoft.com/office/drawing/2014/main" id="{2F896FCE-F63C-43A8-BEB3-898E45D8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95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enrolled</a:t>
            </a:r>
          </a:p>
        </p:txBody>
      </p:sp>
      <p:sp>
        <p:nvSpPr>
          <p:cNvPr id="37" name="journey-note">
            <a:extLst xmlns:a="http://schemas.openxmlformats.org/drawingml/2006/main">
              <a:ext uri="{FF2B5EF4-FFF2-40B4-BE49-F238E27FC236}">
                <a16:creationId xmlns:a16="http://schemas.microsoft.com/office/drawing/2014/main" id="{5F9527F7-4500-47B3-8465-7B8B0109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14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0217"/>
                </a:solidFill>
              </a:defRPr>
            </a:pPr>
            <a:r>
              <a:rPr sz="1800" b="1">
                <a:solidFill>
                  <a:srgbClr val="D70217"/>
                </a:solidFill>
              </a:rPr>
              <a:t>Нельзя закрыть операционный кейс только потому, что sales-этап изменился.</a:t>
            </a:r>
          </a:p>
        </p:txBody>
      </p:sp>
      <p:sp>
        <p:nvSpPr>
          <p:cNvPr id="3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8FE65C-14D7-4FAD-8161-5EB15DB5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7A8D874-503D-4A31-BDCD-AE15CC58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Внутренний обзор команды • 12.07.2026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18B73C-54BB-445A-A4FB-D740FE8F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0217"/>
                </a:solidFill>
              </a:defRPr>
            </a:pPr>
            <a:r>
              <a:rPr sz="825" b="1">
                <a:solidFill>
                  <a:srgbClr val="D7021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6898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DD5B9C8-FF92-4BC2-918B-97359DF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0217"/>
                </a:solidFill>
              </a:defRPr>
            </a:pPr>
            <a:r>
              <a:rPr sz="1050" b="1">
                <a:solidFill>
                  <a:srgbClr val="D70217"/>
                </a:solidFill>
              </a:rPr>
              <a:t>EVO ADMISSIONS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0E7293-EBC0-4490-8701-3BFDD4AD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WhatsApp не должен создавать вторую CRM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D96973-4B3C-43DC-B985-59EA51A9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Сообщение сохраняется для работы, а identity и sales-state остаются в amoCRM.</a:t>
            </a:r>
          </a:p>
        </p:txBody>
      </p:sp>
      <p:sp>
        <p:nvSpPr>
          <p:cNvPr id="4" name="flow-line">
            <a:extLst xmlns:a="http://schemas.openxmlformats.org/drawingml/2006/main">
              <a:ext uri="{FF2B5EF4-FFF2-40B4-BE49-F238E27FC236}">
                <a16:creationId xmlns:a16="http://schemas.microsoft.com/office/drawing/2014/main" id="{D81AB0A9-D403-4ED2-8A18-D955B3C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81250"/>
            <a:ext cx="57150" cy="2990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04592FB4-7C84-4655-AD0B-152DDBC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336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num-0">
            <a:extLst xmlns:a="http://schemas.openxmlformats.org/drawingml/2006/main">
              <a:ext uri="{FF2B5EF4-FFF2-40B4-BE49-F238E27FC236}">
                <a16:creationId xmlns:a16="http://schemas.microsoft.com/office/drawing/2014/main" id="{390D581B-7F26-4D07-AC6C-535B1A0B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336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19067219-0DD6-4425-9B72-1CBCD68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14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WAHA</a:t>
            </a:r>
          </a:p>
        </p:txBody>
      </p:sp>
      <p:sp>
        <p:nvSpPr>
          <p:cNvPr id="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D51B4E53-AB53-4F16-8334-DB8ED268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принимает реальное WhatsApp-событие</a:t>
            </a:r>
          </a:p>
        </p:txBody>
      </p:sp>
      <p:sp>
        <p:nvSpPr>
          <p:cNvPr id="9" name="flow-node-1">
            <a:extLst xmlns:a="http://schemas.openxmlformats.org/drawingml/2006/main">
              <a:ext uri="{FF2B5EF4-FFF2-40B4-BE49-F238E27FC236}">
                <a16:creationId xmlns:a16="http://schemas.microsoft.com/office/drawing/2014/main" id="{12848387-A287-4876-BF64-591E4EE7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num-1">
            <a:extLst xmlns:a="http://schemas.openxmlformats.org/drawingml/2006/main">
              <a:ext uri="{FF2B5EF4-FFF2-40B4-BE49-F238E27FC236}">
                <a16:creationId xmlns:a16="http://schemas.microsoft.com/office/drawing/2014/main" id="{29AA8A66-FE34-4440-8A86-C568FA5D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B11CA406-F0F2-46BC-909E-18DA4AEA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86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EVO Inbox / Lead Agent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7F99AE08-AE93-430F-846C-E1B961E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99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проверяет подпись, дедуплицирует и сохраняет</a:t>
            </a:r>
          </a:p>
        </p:txBody>
      </p:sp>
      <p:sp>
        <p:nvSpPr>
          <p:cNvPr id="1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085C3A66-6F94-46D6-AFE0-AC5AF007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767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70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num-2">
            <a:extLst xmlns:a="http://schemas.openxmlformats.org/drawingml/2006/main">
              <a:ext uri="{FF2B5EF4-FFF2-40B4-BE49-F238E27FC236}">
                <a16:creationId xmlns:a16="http://schemas.microsoft.com/office/drawing/2014/main" id="{0C9C4D96-B828-4CD4-872D-811952F4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767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646CFB9B-7D94-4829-AC6D-708CC7D2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amoCRM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65573A-F96E-492A-81B4-055FE042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находит или создаёт контакт и лид</a:t>
            </a:r>
          </a:p>
        </p:txBody>
      </p:sp>
      <p:sp>
        <p:nvSpPr>
          <p:cNvPr id="17" name="flow-node-3">
            <a:extLst xmlns:a="http://schemas.openxmlformats.org/drawingml/2006/main">
              <a:ext uri="{FF2B5EF4-FFF2-40B4-BE49-F238E27FC236}">
                <a16:creationId xmlns:a16="http://schemas.microsoft.com/office/drawing/2014/main" id="{C1EDA093-9E12-4C70-BC8E-5726F850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low-num-3">
            <a:extLst xmlns:a="http://schemas.openxmlformats.org/drawingml/2006/main">
              <a:ext uri="{FF2B5EF4-FFF2-40B4-BE49-F238E27FC236}">
                <a16:creationId xmlns:a16="http://schemas.microsoft.com/office/drawing/2014/main" id="{515ED859-E9A8-494B-9CAF-F61A8D2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2A36D79D-1316-4B51-B5FE-55E8BB16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29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Operator UI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0E74328D-6CDF-433D-AA4B-73C2AC78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показывает связанный контекст и следующий шаг</a:t>
            </a:r>
          </a:p>
        </p:txBody>
      </p:sp>
      <p:sp>
        <p:nvSpPr>
          <p:cNvPr id="21" name="flow-rule-card">
            <a:extLst xmlns:a="http://schemas.openxmlformats.org/drawingml/2006/main">
              <a:ext uri="{FF2B5EF4-FFF2-40B4-BE49-F238E27FC236}">
                <a16:creationId xmlns:a16="http://schemas.microsoft.com/office/drawing/2014/main" id="{B5A65B8A-D613-4873-A6B5-825371A2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9243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D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rule-title">
            <a:extLst xmlns:a="http://schemas.openxmlformats.org/drawingml/2006/main">
              <a:ext uri="{FF2B5EF4-FFF2-40B4-BE49-F238E27FC236}">
                <a16:creationId xmlns:a16="http://schemas.microsoft.com/office/drawing/2014/main" id="{7DE2375D-5F65-4495-8D19-2CE81DA1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0217"/>
                </a:solidFill>
              </a:defRPr>
            </a:pPr>
            <a:r>
              <a:rPr sz="2100" b="1">
                <a:solidFill>
                  <a:srgbClr val="D70217"/>
                </a:solidFill>
              </a:rPr>
              <a:t>Правило</a:t>
            </a:r>
          </a:p>
        </p:txBody>
      </p:sp>
      <p:sp>
        <p:nvSpPr>
          <p:cNvPr id="23" name="flow-rule-copy">
            <a:extLst xmlns:a="http://schemas.openxmlformats.org/drawingml/2006/main">
              <a:ext uri="{FF2B5EF4-FFF2-40B4-BE49-F238E27FC236}">
                <a16:creationId xmlns:a16="http://schemas.microsoft.com/office/drawing/2014/main" id="{3EAAF7F7-EA94-4A22-B851-A3AE0B7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3162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Локальная запись — это рабочая тень.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Она не заменяет amoCRM identity и не доказывает внешний результат.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621B5E-F122-41C6-BFF5-4DA639E4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FA09285-63B2-49A8-A41C-4AE4D71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Внутренний обзор команды • 12.07.2026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00C4A2-508E-4192-81FE-DD0AC7A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0217"/>
                </a:solidFill>
              </a:defRPr>
            </a:pPr>
            <a:r>
              <a:rPr sz="825" b="1">
                <a:solidFill>
                  <a:srgbClr val="D7021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6517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702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34FCC5D8-7EF3-45B7-A9BE-FD0D084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EVO ADMISSIONS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9DD159-A5BD-4FF8-908E-AD107124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Безопасность по умолчанию защищает заявителя и команду</a:t>
            </a:r>
          </a:p>
        </p:txBody>
      </p:sp>
      <p:sp>
        <p:nvSpPr>
          <p:cNvPr id="3" name="safety-big">
            <a:extLst xmlns:a="http://schemas.openxmlformats.org/drawingml/2006/main">
              <a:ext uri="{FF2B5EF4-FFF2-40B4-BE49-F238E27FC236}">
                <a16:creationId xmlns:a16="http://schemas.microsoft.com/office/drawing/2014/main" id="{C5AF0E31-007C-47CC-B423-B497FAC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AI готовит черновик.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Решение принимает человек.</a:t>
            </a:r>
          </a:p>
        </p:txBody>
      </p:sp>
      <p:sp>
        <p:nvSpPr>
          <p:cNvPr id="4" name="safety-list-dot-0">
            <a:extLst xmlns:a="http://schemas.openxmlformats.org/drawingml/2006/main">
              <a:ext uri="{FF2B5EF4-FFF2-40B4-BE49-F238E27FC236}">
                <a16:creationId xmlns:a16="http://schemas.microsoft.com/office/drawing/2014/main" id="{0D04AABC-ED88-48D6-B9DE-C4348AF3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afety-list-text-0">
            <a:extLst xmlns:a="http://schemas.openxmlformats.org/drawingml/2006/main">
              <a:ext uri="{FF2B5EF4-FFF2-40B4-BE49-F238E27FC236}">
                <a16:creationId xmlns:a16="http://schemas.microsoft.com/office/drawing/2014/main" id="{938CC0E0-5386-4E06-98CC-C88C4E52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Auto-reply выключен до отдельного доказанного запуска</a:t>
            </a:r>
          </a:p>
        </p:txBody>
      </p:sp>
      <p:sp>
        <p:nvSpPr>
          <p:cNvPr id="6" name="safety-list-dot-1">
            <a:extLst xmlns:a="http://schemas.openxmlformats.org/drawingml/2006/main">
              <a:ext uri="{FF2B5EF4-FFF2-40B4-BE49-F238E27FC236}">
                <a16:creationId xmlns:a16="http://schemas.microsoft.com/office/drawing/2014/main" id="{AF2015D9-6D4E-4202-9F20-D60FC035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fety-list-text-1">
            <a:extLst xmlns:a="http://schemas.openxmlformats.org/drawingml/2006/main">
              <a:ext uri="{FF2B5EF4-FFF2-40B4-BE49-F238E27FC236}">
                <a16:creationId xmlns:a16="http://schemas.microsoft.com/office/drawing/2014/main" id="{648F8ED1-7F65-491F-9927-9F6DCA7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Outbound WhatsApp включается только после явного одобрения</a:t>
            </a:r>
          </a:p>
        </p:txBody>
      </p:sp>
      <p:sp>
        <p:nvSpPr>
          <p:cNvPr id="8" name="safety-list-dot-2">
            <a:extLst xmlns:a="http://schemas.openxmlformats.org/drawingml/2006/main">
              <a:ext uri="{FF2B5EF4-FFF2-40B4-BE49-F238E27FC236}">
                <a16:creationId xmlns:a16="http://schemas.microsoft.com/office/drawing/2014/main" id="{2A051C5C-6AB0-4AF4-8619-78A3C071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afety-list-text-2">
            <a:extLst xmlns:a="http://schemas.openxmlformats.org/drawingml/2006/main">
              <a:ext uri="{FF2B5EF4-FFF2-40B4-BE49-F238E27FC236}">
                <a16:creationId xmlns:a16="http://schemas.microsoft.com/office/drawing/2014/main" id="{06D44323-BFD1-481C-9B46-FDF9AF3F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Нельзя обещать admission, scholarship, visa, сроки или цену без источника</a:t>
            </a:r>
          </a:p>
        </p:txBody>
      </p:sp>
      <p:sp>
        <p:nvSpPr>
          <p:cNvPr id="10" name="safety-list-dot-3">
            <a:extLst xmlns:a="http://schemas.openxmlformats.org/drawingml/2006/main">
              <a:ext uri="{FF2B5EF4-FFF2-40B4-BE49-F238E27FC236}">
                <a16:creationId xmlns:a16="http://schemas.microsoft.com/office/drawing/2014/main" id="{8630938A-BBDD-4E05-9FD4-8EB8B4CC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afety-list-text-3">
            <a:extLst xmlns:a="http://schemas.openxmlformats.org/drawingml/2006/main">
              <a:ext uri="{FF2B5EF4-FFF2-40B4-BE49-F238E27FC236}">
                <a16:creationId xmlns:a16="http://schemas.microsoft.com/office/drawing/2014/main" id="{6253B50B-E475-4229-B3EA-3B2D5D4C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Секреты и персональные данные не попадают в Git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4562ED-32BF-4DEA-871F-1356E01F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2BE35A1-3652-45F9-8A2F-CB557B6F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DE8EC"/>
                </a:solidFill>
              </a:defRPr>
            </a:pPr>
            <a:r>
              <a:rPr sz="825" b="0">
                <a:solidFill>
                  <a:srgbClr val="FDE8EC"/>
                </a:solidFill>
              </a:rPr>
              <a:t>Внутренний обзор команды • 12.07.2026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A1CF63-8E7E-4A10-8FB2-952B7527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8286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3A2C2DB-0691-4228-A6D6-83349916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0217"/>
                </a:solidFill>
              </a:defRPr>
            </a:pPr>
            <a:r>
              <a:rPr sz="1050" b="1">
                <a:solidFill>
                  <a:srgbClr val="D70217"/>
                </a:solidFill>
              </a:rPr>
              <a:t>EVO ADMISSIONS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4D000A-2715-4808-B224-BA174C3F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Статус нужно читать как доказательства, а не как обещания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5B3101-F2BB-4A36-A345-4A9B0ECA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Проверенный снимок на 12 июля 2026 года.</a:t>
            </a:r>
          </a:p>
        </p:txBody>
      </p:sp>
      <p:sp>
        <p:nvSpPr>
          <p:cNvPr id="4" name="status-1-surface">
            <a:extLst xmlns:a="http://schemas.openxmlformats.org/drawingml/2006/main">
              <a:ext uri="{FF2B5EF4-FFF2-40B4-BE49-F238E27FC236}">
                <a16:creationId xmlns:a16="http://schemas.microsoft.com/office/drawing/2014/main" id="{49B31E73-8D53-45B9-9ACD-F1B7BB10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219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us-1-mark">
            <a:extLst xmlns:a="http://schemas.openxmlformats.org/drawingml/2006/main">
              <a:ext uri="{FF2B5EF4-FFF2-40B4-BE49-F238E27FC236}">
                <a16:creationId xmlns:a16="http://schemas.microsoft.com/office/drawing/2014/main" id="{313E8572-FD6A-4B97-8986-67C948E8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37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us-1-mark-text">
            <a:extLst xmlns:a="http://schemas.openxmlformats.org/drawingml/2006/main">
              <a:ext uri="{FF2B5EF4-FFF2-40B4-BE49-F238E27FC236}">
                <a16:creationId xmlns:a16="http://schemas.microsoft.com/office/drawing/2014/main" id="{BA37AF0D-E8E1-4A12-91BE-308F5989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status-1-label">
            <a:extLst xmlns:a="http://schemas.openxmlformats.org/drawingml/2006/main">
              <a:ext uri="{FF2B5EF4-FFF2-40B4-BE49-F238E27FC236}">
                <a16:creationId xmlns:a16="http://schemas.microsoft.com/office/drawing/2014/main" id="{2D4D055D-32E2-42C4-B7DA-F02EC64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Fallback CRM и Inbox отвечают HTTP 200</a:t>
            </a:r>
          </a:p>
        </p:txBody>
      </p:sp>
      <p:sp>
        <p:nvSpPr>
          <p:cNvPr id="8" name="status-1-detail">
            <a:extLst xmlns:a="http://schemas.openxmlformats.org/drawingml/2006/main">
              <a:ext uri="{FF2B5EF4-FFF2-40B4-BE49-F238E27FC236}">
                <a16:creationId xmlns:a16="http://schemas.microsoft.com/office/drawing/2014/main" id="{35751192-1CC7-4327-91B6-92F56A31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Проверены реальные login-страницы на sslip.io.</a:t>
            </a:r>
          </a:p>
        </p:txBody>
      </p:sp>
      <p:sp>
        <p:nvSpPr>
          <p:cNvPr id="9" name="status-2-surface">
            <a:extLst xmlns:a="http://schemas.openxmlformats.org/drawingml/2006/main">
              <a:ext uri="{FF2B5EF4-FFF2-40B4-BE49-F238E27FC236}">
                <a16:creationId xmlns:a16="http://schemas.microsoft.com/office/drawing/2014/main" id="{6DFC83CB-D893-47C8-A4CC-648DD2AC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219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us-2-mark">
            <a:extLst xmlns:a="http://schemas.openxmlformats.org/drawingml/2006/main">
              <a:ext uri="{FF2B5EF4-FFF2-40B4-BE49-F238E27FC236}">
                <a16:creationId xmlns:a16="http://schemas.microsoft.com/office/drawing/2014/main" id="{4CB8DB1F-BB78-4DAD-BA4E-18F130A8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37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us-2-mark-text">
            <a:extLst xmlns:a="http://schemas.openxmlformats.org/drawingml/2006/main">
              <a:ext uri="{FF2B5EF4-FFF2-40B4-BE49-F238E27FC236}">
                <a16:creationId xmlns:a16="http://schemas.microsoft.com/office/drawing/2014/main" id="{7E014C17-C824-49E1-8DF0-DB90D9B2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status-2-label">
            <a:extLst xmlns:a="http://schemas.openxmlformats.org/drawingml/2006/main">
              <a:ext uri="{FF2B5EF4-FFF2-40B4-BE49-F238E27FC236}">
                <a16:creationId xmlns:a16="http://schemas.microsoft.com/office/drawing/2014/main" id="{7593A6D6-35EC-466D-88D3-69D36D7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Production-контейнеры запущены</a:t>
            </a:r>
          </a:p>
        </p:txBody>
      </p:sp>
      <p:sp>
        <p:nvSpPr>
          <p:cNvPr id="13" name="status-2-detail">
            <a:extLst xmlns:a="http://schemas.openxmlformats.org/drawingml/2006/main">
              <a:ext uri="{FF2B5EF4-FFF2-40B4-BE49-F238E27FC236}">
                <a16:creationId xmlns:a16="http://schemas.microsoft.com/office/drawing/2014/main" id="{C8812F43-35B6-499C-ADD3-3630B3B5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766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CRM, Inbox, Lead Agent, WAHA и edge Caddy проверены read-only.</a:t>
            </a:r>
          </a:p>
        </p:txBody>
      </p:sp>
      <p:sp>
        <p:nvSpPr>
          <p:cNvPr id="14" name="status-3-surface">
            <a:extLst xmlns:a="http://schemas.openxmlformats.org/drawingml/2006/main">
              <a:ext uri="{FF2B5EF4-FFF2-40B4-BE49-F238E27FC236}">
                <a16:creationId xmlns:a16="http://schemas.microsoft.com/office/drawing/2014/main" id="{3F1EF691-53DF-44A4-8237-A8B2E91D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5219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us-3-mark">
            <a:extLst xmlns:a="http://schemas.openxmlformats.org/drawingml/2006/main">
              <a:ext uri="{FF2B5EF4-FFF2-40B4-BE49-F238E27FC236}">
                <a16:creationId xmlns:a16="http://schemas.microsoft.com/office/drawing/2014/main" id="{C208BEE5-8D93-4B45-BD2F-B1D5C557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7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us-3-mark-text">
            <a:extLst xmlns:a="http://schemas.openxmlformats.org/drawingml/2006/main">
              <a:ext uri="{FF2B5EF4-FFF2-40B4-BE49-F238E27FC236}">
                <a16:creationId xmlns:a16="http://schemas.microsoft.com/office/drawing/2014/main" id="{634FA300-C460-4703-8FDC-E08738DC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7" name="status-3-label">
            <a:extLst xmlns:a="http://schemas.openxmlformats.org/drawingml/2006/main">
              <a:ext uri="{FF2B5EF4-FFF2-40B4-BE49-F238E27FC236}">
                <a16:creationId xmlns:a16="http://schemas.microsoft.com/office/drawing/2014/main" id="{D60C7DE9-7606-46E4-9E62-153536ED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Канонический DNS пока отсутствует</a:t>
            </a:r>
          </a:p>
        </p:txBody>
      </p:sp>
      <p:sp>
        <p:nvSpPr>
          <p:cNvPr id="18" name="status-3-detail">
            <a:extLst xmlns:a="http://schemas.openxmlformats.org/drawingml/2006/main">
              <a:ext uri="{FF2B5EF4-FFF2-40B4-BE49-F238E27FC236}">
                <a16:creationId xmlns:a16="http://schemas.microsoft.com/office/drawing/2014/main" id="{675E2836-D462-47A7-9262-25C105E2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crm.evoadmissions.com и inbox.evoadmissions.com не разрешаются.</a:t>
            </a:r>
          </a:p>
        </p:txBody>
      </p:sp>
      <p:sp>
        <p:nvSpPr>
          <p:cNvPr id="19" name="status-4-surface">
            <a:extLst xmlns:a="http://schemas.openxmlformats.org/drawingml/2006/main">
              <a:ext uri="{FF2B5EF4-FFF2-40B4-BE49-F238E27FC236}">
                <a16:creationId xmlns:a16="http://schemas.microsoft.com/office/drawing/2014/main" id="{7053C22E-0BCC-4CC4-93DB-67242A09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5219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tus-4-mark">
            <a:extLst xmlns:a="http://schemas.openxmlformats.org/drawingml/2006/main">
              <a:ext uri="{FF2B5EF4-FFF2-40B4-BE49-F238E27FC236}">
                <a16:creationId xmlns:a16="http://schemas.microsoft.com/office/drawing/2014/main" id="{ED230993-7BAB-4711-A4A2-0395B9C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7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tus-4-mark-text">
            <a:extLst xmlns:a="http://schemas.openxmlformats.org/drawingml/2006/main">
              <a:ext uri="{FF2B5EF4-FFF2-40B4-BE49-F238E27FC236}">
                <a16:creationId xmlns:a16="http://schemas.microsoft.com/office/drawing/2014/main" id="{2C884663-43BF-4496-A0DB-C64B1553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2" name="status-4-label">
            <a:extLst xmlns:a="http://schemas.openxmlformats.org/drawingml/2006/main">
              <a:ext uri="{FF2B5EF4-FFF2-40B4-BE49-F238E27FC236}">
                <a16:creationId xmlns:a16="http://schemas.microsoft.com/office/drawing/2014/main" id="{C9E86F9B-626E-4FC6-916D-2087B562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Полные real-message proofs остаются открыты</a:t>
            </a:r>
          </a:p>
        </p:txBody>
      </p:sp>
      <p:sp>
        <p:nvSpPr>
          <p:cNvPr id="23" name="status-4-detail">
            <a:extLst xmlns:a="http://schemas.openxmlformats.org/drawingml/2006/main">
              <a:ext uri="{FF2B5EF4-FFF2-40B4-BE49-F238E27FC236}">
                <a16:creationId xmlns:a16="http://schemas.microsoft.com/office/drawing/2014/main" id="{CF1EEBBD-2AA2-4E56-83A8-4B59CA10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766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GitHub issues #5 и #20 ещё не закрыты.</a:t>
            </a:r>
          </a:p>
        </p:txBody>
      </p:sp>
      <p:sp>
        <p:nvSpPr>
          <p:cNvPr id="24" name="status-5-surface">
            <a:extLst xmlns:a="http://schemas.openxmlformats.org/drawingml/2006/main">
              <a:ext uri="{FF2B5EF4-FFF2-40B4-BE49-F238E27FC236}">
                <a16:creationId xmlns:a16="http://schemas.microsoft.com/office/drawing/2014/main" id="{DB9390EA-5600-47D3-AB3B-51C69E79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tus-5-mark">
            <a:extLst xmlns:a="http://schemas.openxmlformats.org/drawingml/2006/main">
              <a:ext uri="{FF2B5EF4-FFF2-40B4-BE49-F238E27FC236}">
                <a16:creationId xmlns:a16="http://schemas.microsoft.com/office/drawing/2014/main" id="{4C20890F-1F80-431A-AD57-9C2B60DA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7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tus-5-mark-text">
            <a:extLst xmlns:a="http://schemas.openxmlformats.org/drawingml/2006/main">
              <a:ext uri="{FF2B5EF4-FFF2-40B4-BE49-F238E27FC236}">
                <a16:creationId xmlns:a16="http://schemas.microsoft.com/office/drawing/2014/main" id="{E33074C1-5D74-4CAB-8D3B-684E43BC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7" name="status-5-label">
            <a:extLst xmlns:a="http://schemas.openxmlformats.org/drawingml/2006/main">
              <a:ext uri="{FF2B5EF4-FFF2-40B4-BE49-F238E27FC236}">
                <a16:creationId xmlns:a16="http://schemas.microsoft.com/office/drawing/2014/main" id="{311A89BF-4F34-42A0-950F-3733307D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992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Default main отстаёт от integration</a:t>
            </a:r>
          </a:p>
        </p:txBody>
      </p:sp>
      <p:sp>
        <p:nvSpPr>
          <p:cNvPr id="28" name="status-5-detail">
            <a:extLst xmlns:a="http://schemas.openxmlformats.org/drawingml/2006/main">
              <a:ext uri="{FF2B5EF4-FFF2-40B4-BE49-F238E27FC236}">
                <a16:creationId xmlns:a16="http://schemas.microsoft.com/office/drawing/2014/main" id="{CE9FFD1B-0BD9-4CCB-8020-0331D87B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92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Проверено: рабочая ветка на 33 commits впереди, открытого PR не было.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5B445E5-97C2-434D-A086-9526FDBA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6E9BC24-B200-4E6F-93E2-8305C59B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Внутренний обзор команды • 12.07.2026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0BFD1D1-248D-41A6-B3F0-70F19C9A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0217"/>
                </a:solidFill>
              </a:defRPr>
            </a:pPr>
            <a:r>
              <a:rPr sz="825" b="1">
                <a:solidFill>
                  <a:srgbClr val="D7021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7457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AB45FE4-7B6E-40DA-94A1-9E3C8A30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0217"/>
                </a:solidFill>
              </a:defRPr>
            </a:pPr>
            <a:r>
              <a:rPr sz="1050" b="1">
                <a:solidFill>
                  <a:srgbClr val="D70217"/>
                </a:solidFill>
              </a:rPr>
              <a:t>EVO ADMISSIONS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DC94AA-7A1D-44E6-B7FC-1CCC4377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Команда обновляет общую правду через один поток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843E53-FA8C-4618-8218-9D566E2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Локальная папка ускоряет работу, но не становится командным источником.</a:t>
            </a:r>
          </a:p>
        </p:txBody>
      </p:sp>
      <p:sp>
        <p:nvSpPr>
          <p:cNvPr id="4" name="workflow-edge-0">
            <a:extLst xmlns:a="http://schemas.openxmlformats.org/drawingml/2006/main">
              <a:ext uri="{FF2B5EF4-FFF2-40B4-BE49-F238E27FC236}">
                <a16:creationId xmlns:a16="http://schemas.microsoft.com/office/drawing/2014/main" id="{AC4EB85B-82DB-406A-A259-95240586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671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edge-1">
            <a:extLst xmlns:a="http://schemas.openxmlformats.org/drawingml/2006/main">
              <a:ext uri="{FF2B5EF4-FFF2-40B4-BE49-F238E27FC236}">
                <a16:creationId xmlns:a16="http://schemas.microsoft.com/office/drawing/2014/main" id="{F98FD769-3345-4E32-A63E-A37A1EC3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edge-2">
            <a:extLst xmlns:a="http://schemas.openxmlformats.org/drawingml/2006/main">
              <a:ext uri="{FF2B5EF4-FFF2-40B4-BE49-F238E27FC236}">
                <a16:creationId xmlns:a16="http://schemas.microsoft.com/office/drawing/2014/main" id="{DC2E0453-4713-4FD6-B1BC-89DB9265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671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edge-3">
            <a:extLst xmlns:a="http://schemas.openxmlformats.org/drawingml/2006/main">
              <a:ext uri="{FF2B5EF4-FFF2-40B4-BE49-F238E27FC236}">
                <a16:creationId xmlns:a16="http://schemas.microsoft.com/office/drawing/2014/main" id="{3DCE6094-71EB-42C5-9EDB-2DF0B99E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671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C5D692B-AF54-481B-A19F-86619E7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638300" cy="20574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kflow-num-0">
            <a:extLst xmlns:a="http://schemas.openxmlformats.org/drawingml/2006/main">
              <a:ext uri="{FF2B5EF4-FFF2-40B4-BE49-F238E27FC236}">
                <a16:creationId xmlns:a16="http://schemas.microsoft.com/office/drawing/2014/main" id="{89A604EC-5506-43C9-A1A6-6D99E167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0217"/>
                </a:solidFill>
              </a:defRPr>
            </a:pPr>
            <a:r>
              <a:rPr sz="2550" b="1">
                <a:solidFill>
                  <a:srgbClr val="D70217"/>
                </a:solidFill>
              </a:rPr>
              <a:t>1</a:t>
            </a:r>
          </a:p>
        </p:txBody>
      </p:sp>
      <p:sp>
        <p:nvSpPr>
          <p:cNvPr id="10" name="workflow-title-0">
            <a:extLst xmlns:a="http://schemas.openxmlformats.org/drawingml/2006/main">
              <a:ext uri="{FF2B5EF4-FFF2-40B4-BE49-F238E27FC236}">
                <a16:creationId xmlns:a16="http://schemas.microsoft.com/office/drawing/2014/main" id="{9552FF59-331B-49AC-8AA5-B86DA15E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README</a:t>
            </a:r>
          </a:p>
        </p:txBody>
      </p:sp>
      <p:sp>
        <p:nvSpPr>
          <p:cNvPr id="11" name="workflow-copy-0">
            <a:extLst xmlns:a="http://schemas.openxmlformats.org/drawingml/2006/main">
              <a:ext uri="{FF2B5EF4-FFF2-40B4-BE49-F238E27FC236}">
                <a16:creationId xmlns:a16="http://schemas.microsoft.com/office/drawing/2014/main" id="{4C2BD1BB-394C-494A-A99D-C6ADBCDD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Найти владельца</a:t>
            </a:r>
          </a:p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и актуальный документ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7CDD143-0BFE-4000-A089-38B554C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33650"/>
            <a:ext cx="1638300" cy="20574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orkflow-num-1">
            <a:extLst xmlns:a="http://schemas.openxmlformats.org/drawingml/2006/main">
              <a:ext uri="{FF2B5EF4-FFF2-40B4-BE49-F238E27FC236}">
                <a16:creationId xmlns:a16="http://schemas.microsoft.com/office/drawing/2014/main" id="{79938D49-B3A9-4DF7-9C39-E2D97828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0217"/>
                </a:solidFill>
              </a:defRPr>
            </a:pPr>
            <a:r>
              <a:rPr sz="2550" b="1">
                <a:solidFill>
                  <a:srgbClr val="D70217"/>
                </a:solidFill>
              </a:rPr>
              <a:t>2</a:t>
            </a:r>
          </a:p>
        </p:txBody>
      </p:sp>
      <p:sp>
        <p:nvSpPr>
          <p:cNvPr id="14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CFCDE40B-45ED-400C-899F-B1904D08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Issue</a:t>
            </a:r>
          </a:p>
        </p:txBody>
      </p:sp>
      <p:sp>
        <p:nvSpPr>
          <p:cNvPr id="15" name="workflow-copy-1">
            <a:extLst xmlns:a="http://schemas.openxmlformats.org/drawingml/2006/main">
              <a:ext uri="{FF2B5EF4-FFF2-40B4-BE49-F238E27FC236}">
                <a16:creationId xmlns:a16="http://schemas.microsoft.com/office/drawing/2014/main" id="{28306801-53D8-40E5-8737-7A7A9D18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Зафиксировать проблему,</a:t>
            </a:r>
          </a:p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решение и ответственного</a:t>
            </a:r>
          </a:p>
        </p:txBody>
      </p:sp>
      <p:sp>
        <p:nvSpPr>
          <p:cNvPr id="16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C811487-2720-4B0E-9664-72F832A7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638300" cy="20574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orkflow-num-2">
            <a:extLst xmlns:a="http://schemas.openxmlformats.org/drawingml/2006/main">
              <a:ext uri="{FF2B5EF4-FFF2-40B4-BE49-F238E27FC236}">
                <a16:creationId xmlns:a16="http://schemas.microsoft.com/office/drawing/2014/main" id="{A37C5606-FA12-47CC-A9FC-B565A9BA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0217"/>
                </a:solidFill>
              </a:defRPr>
            </a:pPr>
            <a:r>
              <a:rPr sz="2550" b="1">
                <a:solidFill>
                  <a:srgbClr val="D70217"/>
                </a:solidFill>
              </a:rPr>
              <a:t>3</a:t>
            </a:r>
          </a:p>
        </p:txBody>
      </p:sp>
      <p:sp>
        <p:nvSpPr>
          <p:cNvPr id="18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B7D35851-4C37-4A0C-A0E5-D766D8E8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766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Branch + PR</a:t>
            </a:r>
          </a:p>
        </p:txBody>
      </p:sp>
      <p:sp>
        <p:nvSpPr>
          <p:cNvPr id="19" name="workflow-copy-2">
            <a:extLst xmlns:a="http://schemas.openxmlformats.org/drawingml/2006/main">
              <a:ext uri="{FF2B5EF4-FFF2-40B4-BE49-F238E27FC236}">
                <a16:creationId xmlns:a16="http://schemas.microsoft.com/office/drawing/2014/main" id="{881A5B73-EEEF-43D6-A439-CFA9536D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528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Изменить, проверить</a:t>
            </a:r>
          </a:p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и получить review</a:t>
            </a:r>
          </a:p>
        </p:txBody>
      </p:sp>
      <p:sp>
        <p:nvSpPr>
          <p:cNvPr id="20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1BF1E7EB-08E1-489C-BEC1-A9C279AA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1638300" cy="20574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70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orkflow-num-3">
            <a:extLst xmlns:a="http://schemas.openxmlformats.org/drawingml/2006/main">
              <a:ext uri="{FF2B5EF4-FFF2-40B4-BE49-F238E27FC236}">
                <a16:creationId xmlns:a16="http://schemas.microsoft.com/office/drawing/2014/main" id="{92CEEC44-8203-4AD4-9F24-0C82CD3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7AE66AEA-1D37-428B-9FB0-0D4D4CE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23" name="workflow-copy-3">
            <a:extLst xmlns:a="http://schemas.openxmlformats.org/drawingml/2006/main">
              <a:ext uri="{FF2B5EF4-FFF2-40B4-BE49-F238E27FC236}">
                <a16:creationId xmlns:a16="http://schemas.microsoft.com/office/drawing/2014/main" id="{A9C304CF-7586-47BE-BEC0-FF29945C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528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Опубликовать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проверенный результат</a:t>
            </a:r>
          </a:p>
        </p:txBody>
      </p:sp>
      <p:sp>
        <p:nvSpPr>
          <p:cNvPr id="24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60F49762-1783-4D17-ABC1-03AA62DB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638300" cy="20574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orkflow-num-4">
            <a:extLst xmlns:a="http://schemas.openxmlformats.org/drawingml/2006/main">
              <a:ext uri="{FF2B5EF4-FFF2-40B4-BE49-F238E27FC236}">
                <a16:creationId xmlns:a16="http://schemas.microsoft.com/office/drawing/2014/main" id="{3F330708-8AAA-4F7E-8AC8-9967F4F2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0217"/>
                </a:solidFill>
              </a:defRPr>
            </a:pPr>
            <a:r>
              <a:rPr sz="2550" b="1">
                <a:solidFill>
                  <a:srgbClr val="D70217"/>
                </a:solidFill>
              </a:rPr>
              <a:t>5</a:t>
            </a:r>
          </a:p>
        </p:txBody>
      </p:sp>
      <p:sp>
        <p:nvSpPr>
          <p:cNvPr id="26" name="workflow-title-4">
            <a:extLst xmlns:a="http://schemas.openxmlformats.org/drawingml/2006/main">
              <a:ext uri="{FF2B5EF4-FFF2-40B4-BE49-F238E27FC236}">
                <a16:creationId xmlns:a16="http://schemas.microsoft.com/office/drawing/2014/main" id="{B74669A6-70AB-48A6-9214-03625A94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766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Runtime</a:t>
            </a:r>
          </a:p>
        </p:txBody>
      </p:sp>
      <p:sp>
        <p:nvSpPr>
          <p:cNvPr id="27" name="workflow-copy-4">
            <a:extLst xmlns:a="http://schemas.openxmlformats.org/drawingml/2006/main">
              <a:ext uri="{FF2B5EF4-FFF2-40B4-BE49-F238E27FC236}">
                <a16:creationId xmlns:a16="http://schemas.microsoft.com/office/drawing/2014/main" id="{DA7607B1-3932-4104-8B04-93327389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528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Связать запуск</a:t>
            </a:r>
          </a:p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с commit и image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71CFC67-3B0A-45BB-BCC6-00D73526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1D7392A-E39D-4CEC-8FA5-5C2742F9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Внутренний обзор команды • 12.07.2026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FF868C-E300-4BE2-B46E-6EB4A90C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0217"/>
                </a:solidFill>
              </a:defRPr>
            </a:pPr>
            <a:r>
              <a:rPr sz="825" b="1">
                <a:solidFill>
                  <a:srgbClr val="D7021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8631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0151b04774833"/>
          <a:stretch xmlns:a="http://schemas.openxmlformats.org/drawingml/2006/main"/>
        </p:blipFill>
        <p:spPr>
          <a:xfrm xmlns:a="http://schemas.openxmlformats.org/drawingml/2006/main">
            <a:off x="685800" y="457200"/>
            <a:ext cx="4000500" cy="2000250"/>
          </a:xfrm>
          <a:prstGeom xmlns:a="http://schemas.openxmlformats.org/drawingml/2006/main" prst="rect">
            <a:avLst/>
          </a:prstGeom>
        </p:spPr>
      </p:pic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A76B7D1-B730-44BE-892E-12BF108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Начните с трёх действий</a:t>
            </a:r>
          </a:p>
        </p:txBody>
      </p:sp>
      <p:sp>
        <p:nvSpPr>
          <p:cNvPr id="3" name="close-num-0">
            <a:extLst xmlns:a="http://schemas.openxmlformats.org/drawingml/2006/main">
              <a:ext uri="{FF2B5EF4-FFF2-40B4-BE49-F238E27FC236}">
                <a16:creationId xmlns:a16="http://schemas.microsoft.com/office/drawing/2014/main" id="{4B81A484-892F-4353-9F62-9A68E01B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0217"/>
                </a:solidFill>
              </a:defRPr>
            </a:pPr>
            <a:r>
              <a:rPr sz="2100" b="1">
                <a:solidFill>
                  <a:srgbClr val="D70217"/>
                </a:solidFill>
              </a:rPr>
              <a:t>01</a:t>
            </a:r>
          </a:p>
        </p:txBody>
      </p:sp>
      <p:sp>
        <p:nvSpPr>
          <p:cNvPr id="4" name="close-action-0">
            <a:extLst xmlns:a="http://schemas.openxmlformats.org/drawingml/2006/main">
              <a:ext uri="{FF2B5EF4-FFF2-40B4-BE49-F238E27FC236}">
                <a16:creationId xmlns:a16="http://schemas.microsoft.com/office/drawing/2014/main" id="{72F4B98F-CA7E-45DA-B0A1-84F4B8E7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33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Прочитайте onboarding</a:t>
            </a:r>
          </a:p>
        </p:txBody>
      </p:sp>
      <p:sp>
        <p:nvSpPr>
          <p:cNvPr id="5" name="close-path-0">
            <a:extLst xmlns:a="http://schemas.openxmlformats.org/drawingml/2006/main">
              <a:ext uri="{FF2B5EF4-FFF2-40B4-BE49-F238E27FC236}">
                <a16:creationId xmlns:a16="http://schemas.microsoft.com/office/drawing/2014/main" id="{A5B3DD74-3FFE-4EB2-9E9F-610C97A3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docs/team/onboarding.md</a:t>
            </a:r>
          </a:p>
        </p:txBody>
      </p:sp>
      <p:sp>
        <p:nvSpPr>
          <p:cNvPr id="6" name="close-num-1">
            <a:extLst xmlns:a="http://schemas.openxmlformats.org/drawingml/2006/main">
              <a:ext uri="{FF2B5EF4-FFF2-40B4-BE49-F238E27FC236}">
                <a16:creationId xmlns:a16="http://schemas.microsoft.com/office/drawing/2014/main" id="{5124DD86-6DEB-4D9D-B4EA-4F9D1F9A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0217"/>
                </a:solidFill>
              </a:defRPr>
            </a:pPr>
            <a:r>
              <a:rPr sz="2100" b="1">
                <a:solidFill>
                  <a:srgbClr val="D70217"/>
                </a:solidFill>
              </a:rPr>
              <a:t>02</a:t>
            </a:r>
          </a:p>
        </p:txBody>
      </p:sp>
      <p:sp>
        <p:nvSpPr>
          <p:cNvPr id="7" name="close-action-1">
            <a:extLst xmlns:a="http://schemas.openxmlformats.org/drawingml/2006/main">
              <a:ext uri="{FF2B5EF4-FFF2-40B4-BE49-F238E27FC236}">
                <a16:creationId xmlns:a16="http://schemas.microsoft.com/office/drawing/2014/main" id="{4E5D16CB-7F34-4115-81E8-89C0BEB5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Найдите владельца факта</a:t>
            </a:r>
          </a:p>
        </p:txBody>
      </p:sp>
      <p:sp>
        <p:nvSpPr>
          <p:cNvPr id="8" name="close-path-1">
            <a:extLst xmlns:a="http://schemas.openxmlformats.org/drawingml/2006/main">
              <a:ext uri="{FF2B5EF4-FFF2-40B4-BE49-F238E27FC236}">
                <a16:creationId xmlns:a16="http://schemas.microsoft.com/office/drawing/2014/main" id="{5BF384D0-B510-4BED-8909-847A6411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docs/platform/data-ownership.md</a:t>
            </a:r>
          </a:p>
        </p:txBody>
      </p:sp>
      <p:sp>
        <p:nvSpPr>
          <p:cNvPr id="9" name="close-num-2">
            <a:extLst xmlns:a="http://schemas.openxmlformats.org/drawingml/2006/main">
              <a:ext uri="{FF2B5EF4-FFF2-40B4-BE49-F238E27FC236}">
                <a16:creationId xmlns:a16="http://schemas.microsoft.com/office/drawing/2014/main" id="{7FA8C4A7-4031-4534-A475-B8A4225B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0217"/>
                </a:solidFill>
              </a:defRPr>
            </a:pPr>
            <a:r>
              <a:rPr sz="2100" b="1">
                <a:solidFill>
                  <a:srgbClr val="D70217"/>
                </a:solidFill>
              </a:rPr>
              <a:t>03</a:t>
            </a:r>
          </a:p>
        </p:txBody>
      </p:sp>
      <p:sp>
        <p:nvSpPr>
          <p:cNvPr id="10" name="close-action-2">
            <a:extLst xmlns:a="http://schemas.openxmlformats.org/drawingml/2006/main">
              <a:ext uri="{FF2B5EF4-FFF2-40B4-BE49-F238E27FC236}">
                <a16:creationId xmlns:a16="http://schemas.microsoft.com/office/drawing/2014/main" id="{A45AF6B6-FB9A-4374-AFFA-1C7CAAEE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Обновляйте работу через Issue + PR</a:t>
            </a:r>
          </a:p>
        </p:txBody>
      </p:sp>
      <p:sp>
        <p:nvSpPr>
          <p:cNvPr id="11" name="close-path-2">
            <a:extLst xmlns:a="http://schemas.openxmlformats.org/drawingml/2006/main">
              <a:ext uri="{FF2B5EF4-FFF2-40B4-BE49-F238E27FC236}">
                <a16:creationId xmlns:a16="http://schemas.microsoft.com/office/drawing/2014/main" id="{943B0347-BFAC-401A-8040-55627133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GitHub main после review</a:t>
            </a:r>
          </a:p>
        </p:txBody>
      </p:sp>
      <p:sp>
        <p:nvSpPr>
          <p:cNvPr id="12" name="close-band">
            <a:extLst xmlns:a="http://schemas.openxmlformats.org/drawingml/2006/main">
              <a:ext uri="{FF2B5EF4-FFF2-40B4-BE49-F238E27FC236}">
                <a16:creationId xmlns:a16="http://schemas.microsoft.com/office/drawing/2014/main" id="{D31EAEF0-DC0A-43CB-BAC2-90F3B45B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quote">
            <a:extLst xmlns:a="http://schemas.openxmlformats.org/drawingml/2006/main">
              <a:ext uri="{FF2B5EF4-FFF2-40B4-BE49-F238E27FC236}">
                <a16:creationId xmlns:a16="http://schemas.microsoft.com/office/drawing/2014/main" id="{81598E94-8C7B-4B24-ACD9-DB24108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Одна команда.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Одна система работы.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Один проверяемый ответ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на каждый вопрос.</a:t>
            </a:r>
          </a:p>
        </p:txBody>
      </p:sp>
      <p:sp>
        <p:nvSpPr>
          <p:cNvPr id="14" name="close-url">
            <a:extLst xmlns:a="http://schemas.openxmlformats.org/drawingml/2006/main">
              <a:ext uri="{FF2B5EF4-FFF2-40B4-BE49-F238E27FC236}">
                <a16:creationId xmlns:a16="http://schemas.microsoft.com/office/drawing/2014/main" id="{182D3326-8086-4063-9467-9E88B5F6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388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DE8EC"/>
                </a:solidFill>
              </a:defRPr>
            </a:pPr>
            <a:r>
              <a:rPr sz="1200" b="0">
                <a:solidFill>
                  <a:srgbClr val="FDE8EC"/>
                </a:solidFill>
              </a:rPr>
              <a:t>github.com/izzhackt/evo_AI_CRM</a:t>
            </a:r>
          </a:p>
        </p:txBody>
      </p:sp>
    </p:spTree>
    <p:extLst>
      <p:ext uri="{BB962C8B-B14F-4D97-AF65-F5344CB8AC3E}">
        <p14:creationId xmlns:p14="http://schemas.microsoft.com/office/powerpoint/2010/main" val="398558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2026-07-12T22:05:25.3000000Z</dcterms:created>
  <dcterms:modified xsi:type="dcterms:W3CDTF">2026-07-12T22:05:25.3000000Z</dcterms:modified>
</coreProperties>
</file>